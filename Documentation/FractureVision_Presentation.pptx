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188"/>
    <a:srgbClr val="A15E35"/>
    <a:srgbClr val="E5ECE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62752-8353-4C1D-AC75-B723EE3E154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EAFFD1-BD64-4917-875C-B479B0FB76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Manual visual estimation is slow and subjective </a:t>
          </a:r>
          <a:endParaRPr lang="en-US" sz="2800"/>
        </a:p>
      </dgm:t>
    </dgm:pt>
    <dgm:pt modelId="{2D57253F-7FD5-4947-AA2F-03C29CA6029B}" type="parTrans" cxnId="{D70A91EF-AE65-43C9-9ADD-48AFA75B6015}">
      <dgm:prSet/>
      <dgm:spPr/>
      <dgm:t>
        <a:bodyPr/>
        <a:lstStyle/>
        <a:p>
          <a:endParaRPr lang="en-US"/>
        </a:p>
      </dgm:t>
    </dgm:pt>
    <dgm:pt modelId="{F4DE32E5-D8F6-4004-A3C7-FDC00B36475E}" type="sibTrans" cxnId="{D70A91EF-AE65-43C9-9ADD-48AFA75B60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1B8845-CFE9-4640-A101-ED4E769CC6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Cognitive Bias and perceptual variability can cause inconsistency </a:t>
          </a:r>
          <a:endParaRPr lang="en-US" sz="2800"/>
        </a:p>
      </dgm:t>
    </dgm:pt>
    <dgm:pt modelId="{C6000650-E834-40A1-B401-F2B2432EEDC6}" type="parTrans" cxnId="{0BB7BEC1-F42B-4C0E-A91E-7CB3E438B7F6}">
      <dgm:prSet/>
      <dgm:spPr/>
      <dgm:t>
        <a:bodyPr/>
        <a:lstStyle/>
        <a:p>
          <a:endParaRPr lang="en-US"/>
        </a:p>
      </dgm:t>
    </dgm:pt>
    <dgm:pt modelId="{9505C69F-F466-486A-8221-1A076B6CAE74}" type="sibTrans" cxnId="{0BB7BEC1-F42B-4C0E-A91E-7CB3E438B7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D5CB69-9070-4283-8F11-656FACC8C7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Detailed mapping can take hours per sample</a:t>
          </a:r>
          <a:endParaRPr lang="en-US" sz="2800"/>
        </a:p>
      </dgm:t>
    </dgm:pt>
    <dgm:pt modelId="{2F1E5D0D-E872-463F-BEA2-D8F919DB927A}" type="parTrans" cxnId="{F127A23F-CEFC-498B-8BCF-C530545B5C3F}">
      <dgm:prSet/>
      <dgm:spPr/>
      <dgm:t>
        <a:bodyPr/>
        <a:lstStyle/>
        <a:p>
          <a:endParaRPr lang="en-US"/>
        </a:p>
      </dgm:t>
    </dgm:pt>
    <dgm:pt modelId="{53A3F29B-C44E-4C66-812A-036BDB396886}" type="sibTrans" cxnId="{F127A23F-CEFC-498B-8BCF-C530545B5C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8D09AA-812D-4B0D-917E-098564D941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Outcomes depend on examiner experience</a:t>
          </a:r>
          <a:endParaRPr lang="en-US" sz="2800"/>
        </a:p>
      </dgm:t>
    </dgm:pt>
    <dgm:pt modelId="{9996D84A-E999-430A-AC3E-E41DA02A07AB}" type="parTrans" cxnId="{E38C148E-FCAA-42D4-B148-E92AFD94E793}">
      <dgm:prSet/>
      <dgm:spPr/>
      <dgm:t>
        <a:bodyPr/>
        <a:lstStyle/>
        <a:p>
          <a:endParaRPr lang="en-US"/>
        </a:p>
      </dgm:t>
    </dgm:pt>
    <dgm:pt modelId="{F15A6800-1D44-4D1A-A36E-A35B346F4DDD}" type="sibTrans" cxnId="{E38C148E-FCAA-42D4-B148-E92AFD94E793}">
      <dgm:prSet/>
      <dgm:spPr/>
      <dgm:t>
        <a:bodyPr/>
        <a:lstStyle/>
        <a:p>
          <a:endParaRPr lang="en-US"/>
        </a:p>
      </dgm:t>
    </dgm:pt>
    <dgm:pt modelId="{6BB58F82-5541-43D7-ADA4-10AD91310CED}" type="pres">
      <dgm:prSet presAssocID="{4E562752-8353-4C1D-AC75-B723EE3E154D}" presName="root" presStyleCnt="0">
        <dgm:presLayoutVars>
          <dgm:dir/>
          <dgm:resizeHandles val="exact"/>
        </dgm:presLayoutVars>
      </dgm:prSet>
      <dgm:spPr/>
    </dgm:pt>
    <dgm:pt modelId="{64916610-C0C5-463E-91AB-69B8FC9F5715}" type="pres">
      <dgm:prSet presAssocID="{4E562752-8353-4C1D-AC75-B723EE3E154D}" presName="container" presStyleCnt="0">
        <dgm:presLayoutVars>
          <dgm:dir/>
          <dgm:resizeHandles val="exact"/>
        </dgm:presLayoutVars>
      </dgm:prSet>
      <dgm:spPr/>
    </dgm:pt>
    <dgm:pt modelId="{EE09907A-2751-4266-B2E4-A1FC64124D07}" type="pres">
      <dgm:prSet presAssocID="{37EAFFD1-BD64-4917-875C-B479B0FB761F}" presName="compNode" presStyleCnt="0"/>
      <dgm:spPr/>
    </dgm:pt>
    <dgm:pt modelId="{0D85D9DF-8289-45B2-B475-B9923BCAC5CD}" type="pres">
      <dgm:prSet presAssocID="{37EAFFD1-BD64-4917-875C-B479B0FB761F}" presName="iconBgRect" presStyleLbl="bgShp" presStyleIdx="0" presStyleCnt="4"/>
      <dgm:spPr/>
    </dgm:pt>
    <dgm:pt modelId="{038333AD-3330-4194-A1F8-996B86B2A45D}" type="pres">
      <dgm:prSet presAssocID="{37EAFFD1-BD64-4917-875C-B479B0FB761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030375E-C5AA-4BC5-8A10-D401A42410B3}" type="pres">
      <dgm:prSet presAssocID="{37EAFFD1-BD64-4917-875C-B479B0FB761F}" presName="spaceRect" presStyleCnt="0"/>
      <dgm:spPr/>
    </dgm:pt>
    <dgm:pt modelId="{1CB86862-9ABB-40C2-B20C-E5B42DEB9F01}" type="pres">
      <dgm:prSet presAssocID="{37EAFFD1-BD64-4917-875C-B479B0FB761F}" presName="textRect" presStyleLbl="revTx" presStyleIdx="0" presStyleCnt="4">
        <dgm:presLayoutVars>
          <dgm:chMax val="1"/>
          <dgm:chPref val="1"/>
        </dgm:presLayoutVars>
      </dgm:prSet>
      <dgm:spPr/>
    </dgm:pt>
    <dgm:pt modelId="{49CFBBFB-56C5-468D-8C78-C787710EB68F}" type="pres">
      <dgm:prSet presAssocID="{F4DE32E5-D8F6-4004-A3C7-FDC00B36475E}" presName="sibTrans" presStyleLbl="sibTrans2D1" presStyleIdx="0" presStyleCnt="0"/>
      <dgm:spPr/>
    </dgm:pt>
    <dgm:pt modelId="{CE9D0918-073F-46EA-9113-D13DC5452A41}" type="pres">
      <dgm:prSet presAssocID="{8C1B8845-CFE9-4640-A101-ED4E769CC6CF}" presName="compNode" presStyleCnt="0"/>
      <dgm:spPr/>
    </dgm:pt>
    <dgm:pt modelId="{5B1F19BB-7E4E-4883-BF37-DA4AE8717564}" type="pres">
      <dgm:prSet presAssocID="{8C1B8845-CFE9-4640-A101-ED4E769CC6CF}" presName="iconBgRect" presStyleLbl="bgShp" presStyleIdx="1" presStyleCnt="4"/>
      <dgm:spPr/>
    </dgm:pt>
    <dgm:pt modelId="{EABAD1B6-15A5-4C83-8353-0DCA3C6AA438}" type="pres">
      <dgm:prSet presAssocID="{8C1B8845-CFE9-4640-A101-ED4E769CC6C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1BB8282-1858-47B6-AEA0-6A4018E37192}" type="pres">
      <dgm:prSet presAssocID="{8C1B8845-CFE9-4640-A101-ED4E769CC6CF}" presName="spaceRect" presStyleCnt="0"/>
      <dgm:spPr/>
    </dgm:pt>
    <dgm:pt modelId="{4DF84DD2-73BA-4F91-8963-1419D303E5C0}" type="pres">
      <dgm:prSet presAssocID="{8C1B8845-CFE9-4640-A101-ED4E769CC6CF}" presName="textRect" presStyleLbl="revTx" presStyleIdx="1" presStyleCnt="4">
        <dgm:presLayoutVars>
          <dgm:chMax val="1"/>
          <dgm:chPref val="1"/>
        </dgm:presLayoutVars>
      </dgm:prSet>
      <dgm:spPr/>
    </dgm:pt>
    <dgm:pt modelId="{5810CB7E-7DA1-4E2B-A838-21C03179D8A0}" type="pres">
      <dgm:prSet presAssocID="{9505C69F-F466-486A-8221-1A076B6CAE74}" presName="sibTrans" presStyleLbl="sibTrans2D1" presStyleIdx="0" presStyleCnt="0"/>
      <dgm:spPr/>
    </dgm:pt>
    <dgm:pt modelId="{E616F81B-2D9B-49E9-8E28-DEA7BEC843F1}" type="pres">
      <dgm:prSet presAssocID="{99D5CB69-9070-4283-8F11-656FACC8C705}" presName="compNode" presStyleCnt="0"/>
      <dgm:spPr/>
    </dgm:pt>
    <dgm:pt modelId="{3DDED551-FA32-474B-ABF8-B6EC467BB610}" type="pres">
      <dgm:prSet presAssocID="{99D5CB69-9070-4283-8F11-656FACC8C705}" presName="iconBgRect" presStyleLbl="bgShp" presStyleIdx="2" presStyleCnt="4"/>
      <dgm:spPr/>
    </dgm:pt>
    <dgm:pt modelId="{CC216676-F0F9-4C65-AD33-89CD039ECB15}" type="pres">
      <dgm:prSet presAssocID="{99D5CB69-9070-4283-8F11-656FACC8C70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7238727-011D-4F49-9114-1673664FEA42}" type="pres">
      <dgm:prSet presAssocID="{99D5CB69-9070-4283-8F11-656FACC8C705}" presName="spaceRect" presStyleCnt="0"/>
      <dgm:spPr/>
    </dgm:pt>
    <dgm:pt modelId="{96EE0658-DFC5-4021-8DCD-01616A6D8425}" type="pres">
      <dgm:prSet presAssocID="{99D5CB69-9070-4283-8F11-656FACC8C705}" presName="textRect" presStyleLbl="revTx" presStyleIdx="2" presStyleCnt="4">
        <dgm:presLayoutVars>
          <dgm:chMax val="1"/>
          <dgm:chPref val="1"/>
        </dgm:presLayoutVars>
      </dgm:prSet>
      <dgm:spPr/>
    </dgm:pt>
    <dgm:pt modelId="{0CB701A9-D1DF-440F-924F-30CCF21BE2A7}" type="pres">
      <dgm:prSet presAssocID="{53A3F29B-C44E-4C66-812A-036BDB396886}" presName="sibTrans" presStyleLbl="sibTrans2D1" presStyleIdx="0" presStyleCnt="0"/>
      <dgm:spPr/>
    </dgm:pt>
    <dgm:pt modelId="{AD992E57-0BFB-4090-93B3-DAB1EC50CCBF}" type="pres">
      <dgm:prSet presAssocID="{738D09AA-812D-4B0D-917E-098564D94159}" presName="compNode" presStyleCnt="0"/>
      <dgm:spPr/>
    </dgm:pt>
    <dgm:pt modelId="{A956E60D-A840-4805-BD59-DEDDC5443F08}" type="pres">
      <dgm:prSet presAssocID="{738D09AA-812D-4B0D-917E-098564D94159}" presName="iconBgRect" presStyleLbl="bgShp" presStyleIdx="3" presStyleCnt="4"/>
      <dgm:spPr/>
    </dgm:pt>
    <dgm:pt modelId="{D72CD4CB-A74C-48E7-876A-991C651A6A40}" type="pres">
      <dgm:prSet presAssocID="{738D09AA-812D-4B0D-917E-098564D9415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528880-4F51-446A-8439-E4D4D241B852}" type="pres">
      <dgm:prSet presAssocID="{738D09AA-812D-4B0D-917E-098564D94159}" presName="spaceRect" presStyleCnt="0"/>
      <dgm:spPr/>
    </dgm:pt>
    <dgm:pt modelId="{D4254507-B287-4485-89C5-F78F34A9F072}" type="pres">
      <dgm:prSet presAssocID="{738D09AA-812D-4B0D-917E-098564D941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AA9F1F-D2F4-43F0-8E14-0D5622201E3A}" type="presOf" srcId="{8C1B8845-CFE9-4640-A101-ED4E769CC6CF}" destId="{4DF84DD2-73BA-4F91-8963-1419D303E5C0}" srcOrd="0" destOrd="0" presId="urn:microsoft.com/office/officeart/2018/2/layout/IconCircleList"/>
    <dgm:cxn modelId="{F127A23F-CEFC-498B-8BCF-C530545B5C3F}" srcId="{4E562752-8353-4C1D-AC75-B723EE3E154D}" destId="{99D5CB69-9070-4283-8F11-656FACC8C705}" srcOrd="2" destOrd="0" parTransId="{2F1E5D0D-E872-463F-BEA2-D8F919DB927A}" sibTransId="{53A3F29B-C44E-4C66-812A-036BDB396886}"/>
    <dgm:cxn modelId="{62D6FD47-DF7B-497A-8AC7-57CAE662EDB3}" type="presOf" srcId="{738D09AA-812D-4B0D-917E-098564D94159}" destId="{D4254507-B287-4485-89C5-F78F34A9F072}" srcOrd="0" destOrd="0" presId="urn:microsoft.com/office/officeart/2018/2/layout/IconCircleList"/>
    <dgm:cxn modelId="{932A9373-90EE-4224-93D1-50F71E88211F}" type="presOf" srcId="{4E562752-8353-4C1D-AC75-B723EE3E154D}" destId="{6BB58F82-5541-43D7-ADA4-10AD91310CED}" srcOrd="0" destOrd="0" presId="urn:microsoft.com/office/officeart/2018/2/layout/IconCircleList"/>
    <dgm:cxn modelId="{02E3EC77-3342-42A9-B07B-039318CF7E99}" type="presOf" srcId="{99D5CB69-9070-4283-8F11-656FACC8C705}" destId="{96EE0658-DFC5-4021-8DCD-01616A6D8425}" srcOrd="0" destOrd="0" presId="urn:microsoft.com/office/officeart/2018/2/layout/IconCircleList"/>
    <dgm:cxn modelId="{E38C148E-FCAA-42D4-B148-E92AFD94E793}" srcId="{4E562752-8353-4C1D-AC75-B723EE3E154D}" destId="{738D09AA-812D-4B0D-917E-098564D94159}" srcOrd="3" destOrd="0" parTransId="{9996D84A-E999-430A-AC3E-E41DA02A07AB}" sibTransId="{F15A6800-1D44-4D1A-A36E-A35B346F4DDD}"/>
    <dgm:cxn modelId="{452B15B6-61BF-47EA-A97D-4A99E012F2B6}" type="presOf" srcId="{53A3F29B-C44E-4C66-812A-036BDB396886}" destId="{0CB701A9-D1DF-440F-924F-30CCF21BE2A7}" srcOrd="0" destOrd="0" presId="urn:microsoft.com/office/officeart/2018/2/layout/IconCircleList"/>
    <dgm:cxn modelId="{DF097DBC-B4B6-4EFB-A7A2-8A3C66749D79}" type="presOf" srcId="{9505C69F-F466-486A-8221-1A076B6CAE74}" destId="{5810CB7E-7DA1-4E2B-A838-21C03179D8A0}" srcOrd="0" destOrd="0" presId="urn:microsoft.com/office/officeart/2018/2/layout/IconCircleList"/>
    <dgm:cxn modelId="{0BB7BEC1-F42B-4C0E-A91E-7CB3E438B7F6}" srcId="{4E562752-8353-4C1D-AC75-B723EE3E154D}" destId="{8C1B8845-CFE9-4640-A101-ED4E769CC6CF}" srcOrd="1" destOrd="0" parTransId="{C6000650-E834-40A1-B401-F2B2432EEDC6}" sibTransId="{9505C69F-F466-486A-8221-1A076B6CAE74}"/>
    <dgm:cxn modelId="{69C694D3-03B0-4AA2-BDE3-9DDB05F15EFC}" type="presOf" srcId="{37EAFFD1-BD64-4917-875C-B479B0FB761F}" destId="{1CB86862-9ABB-40C2-B20C-E5B42DEB9F01}" srcOrd="0" destOrd="0" presId="urn:microsoft.com/office/officeart/2018/2/layout/IconCircleList"/>
    <dgm:cxn modelId="{FDE3F0EC-7E85-463C-80FD-86B6B226DDB2}" type="presOf" srcId="{F4DE32E5-D8F6-4004-A3C7-FDC00B36475E}" destId="{49CFBBFB-56C5-468D-8C78-C787710EB68F}" srcOrd="0" destOrd="0" presId="urn:microsoft.com/office/officeart/2018/2/layout/IconCircleList"/>
    <dgm:cxn modelId="{D70A91EF-AE65-43C9-9ADD-48AFA75B6015}" srcId="{4E562752-8353-4C1D-AC75-B723EE3E154D}" destId="{37EAFFD1-BD64-4917-875C-B479B0FB761F}" srcOrd="0" destOrd="0" parTransId="{2D57253F-7FD5-4947-AA2F-03C29CA6029B}" sibTransId="{F4DE32E5-D8F6-4004-A3C7-FDC00B36475E}"/>
    <dgm:cxn modelId="{2599C286-49C9-46EC-92D7-15BCC36D73B7}" type="presParOf" srcId="{6BB58F82-5541-43D7-ADA4-10AD91310CED}" destId="{64916610-C0C5-463E-91AB-69B8FC9F5715}" srcOrd="0" destOrd="0" presId="urn:microsoft.com/office/officeart/2018/2/layout/IconCircleList"/>
    <dgm:cxn modelId="{FEC8D38C-A030-4679-B5EB-9281C739533A}" type="presParOf" srcId="{64916610-C0C5-463E-91AB-69B8FC9F5715}" destId="{EE09907A-2751-4266-B2E4-A1FC64124D07}" srcOrd="0" destOrd="0" presId="urn:microsoft.com/office/officeart/2018/2/layout/IconCircleList"/>
    <dgm:cxn modelId="{50051095-D771-4D2D-BC4C-CE5346898027}" type="presParOf" srcId="{EE09907A-2751-4266-B2E4-A1FC64124D07}" destId="{0D85D9DF-8289-45B2-B475-B9923BCAC5CD}" srcOrd="0" destOrd="0" presId="urn:microsoft.com/office/officeart/2018/2/layout/IconCircleList"/>
    <dgm:cxn modelId="{AC5C2931-37C4-424C-9474-9187882A505E}" type="presParOf" srcId="{EE09907A-2751-4266-B2E4-A1FC64124D07}" destId="{038333AD-3330-4194-A1F8-996B86B2A45D}" srcOrd="1" destOrd="0" presId="urn:microsoft.com/office/officeart/2018/2/layout/IconCircleList"/>
    <dgm:cxn modelId="{0E08CD8A-173D-4241-AAB3-D67BB3F8BF67}" type="presParOf" srcId="{EE09907A-2751-4266-B2E4-A1FC64124D07}" destId="{E030375E-C5AA-4BC5-8A10-D401A42410B3}" srcOrd="2" destOrd="0" presId="urn:microsoft.com/office/officeart/2018/2/layout/IconCircleList"/>
    <dgm:cxn modelId="{67741D3D-F9FF-4DB3-895F-4EF4B8992293}" type="presParOf" srcId="{EE09907A-2751-4266-B2E4-A1FC64124D07}" destId="{1CB86862-9ABB-40C2-B20C-E5B42DEB9F01}" srcOrd="3" destOrd="0" presId="urn:microsoft.com/office/officeart/2018/2/layout/IconCircleList"/>
    <dgm:cxn modelId="{E69755CE-26A7-40C6-AA2F-44E4301245EB}" type="presParOf" srcId="{64916610-C0C5-463E-91AB-69B8FC9F5715}" destId="{49CFBBFB-56C5-468D-8C78-C787710EB68F}" srcOrd="1" destOrd="0" presId="urn:microsoft.com/office/officeart/2018/2/layout/IconCircleList"/>
    <dgm:cxn modelId="{AD1D42BA-A448-4649-8C89-B35C8677D0C7}" type="presParOf" srcId="{64916610-C0C5-463E-91AB-69B8FC9F5715}" destId="{CE9D0918-073F-46EA-9113-D13DC5452A41}" srcOrd="2" destOrd="0" presId="urn:microsoft.com/office/officeart/2018/2/layout/IconCircleList"/>
    <dgm:cxn modelId="{45A7E35C-513B-4620-9ACF-35E3412B1A6A}" type="presParOf" srcId="{CE9D0918-073F-46EA-9113-D13DC5452A41}" destId="{5B1F19BB-7E4E-4883-BF37-DA4AE8717564}" srcOrd="0" destOrd="0" presId="urn:microsoft.com/office/officeart/2018/2/layout/IconCircleList"/>
    <dgm:cxn modelId="{6554B533-80BA-4DB9-8454-B59FAA18F725}" type="presParOf" srcId="{CE9D0918-073F-46EA-9113-D13DC5452A41}" destId="{EABAD1B6-15A5-4C83-8353-0DCA3C6AA438}" srcOrd="1" destOrd="0" presId="urn:microsoft.com/office/officeart/2018/2/layout/IconCircleList"/>
    <dgm:cxn modelId="{164AB794-EFDD-4B3D-AD97-69F653655B70}" type="presParOf" srcId="{CE9D0918-073F-46EA-9113-D13DC5452A41}" destId="{41BB8282-1858-47B6-AEA0-6A4018E37192}" srcOrd="2" destOrd="0" presId="urn:microsoft.com/office/officeart/2018/2/layout/IconCircleList"/>
    <dgm:cxn modelId="{281F191E-B8EB-48F4-B742-819367872FC4}" type="presParOf" srcId="{CE9D0918-073F-46EA-9113-D13DC5452A41}" destId="{4DF84DD2-73BA-4F91-8963-1419D303E5C0}" srcOrd="3" destOrd="0" presId="urn:microsoft.com/office/officeart/2018/2/layout/IconCircleList"/>
    <dgm:cxn modelId="{DCA16717-878B-4EF8-A048-B04B7933B49C}" type="presParOf" srcId="{64916610-C0C5-463E-91AB-69B8FC9F5715}" destId="{5810CB7E-7DA1-4E2B-A838-21C03179D8A0}" srcOrd="3" destOrd="0" presId="urn:microsoft.com/office/officeart/2018/2/layout/IconCircleList"/>
    <dgm:cxn modelId="{37670304-0E4D-4F52-8452-1A136E7F9A40}" type="presParOf" srcId="{64916610-C0C5-463E-91AB-69B8FC9F5715}" destId="{E616F81B-2D9B-49E9-8E28-DEA7BEC843F1}" srcOrd="4" destOrd="0" presId="urn:microsoft.com/office/officeart/2018/2/layout/IconCircleList"/>
    <dgm:cxn modelId="{DDE3DEB3-5FA1-438D-846B-D515A9EAFAA3}" type="presParOf" srcId="{E616F81B-2D9B-49E9-8E28-DEA7BEC843F1}" destId="{3DDED551-FA32-474B-ABF8-B6EC467BB610}" srcOrd="0" destOrd="0" presId="urn:microsoft.com/office/officeart/2018/2/layout/IconCircleList"/>
    <dgm:cxn modelId="{E34BB466-73C7-40A0-9CEF-382D086D2517}" type="presParOf" srcId="{E616F81B-2D9B-49E9-8E28-DEA7BEC843F1}" destId="{CC216676-F0F9-4C65-AD33-89CD039ECB15}" srcOrd="1" destOrd="0" presId="urn:microsoft.com/office/officeart/2018/2/layout/IconCircleList"/>
    <dgm:cxn modelId="{92D58DC8-2717-496F-8484-5ACF840BA180}" type="presParOf" srcId="{E616F81B-2D9B-49E9-8E28-DEA7BEC843F1}" destId="{E7238727-011D-4F49-9114-1673664FEA42}" srcOrd="2" destOrd="0" presId="urn:microsoft.com/office/officeart/2018/2/layout/IconCircleList"/>
    <dgm:cxn modelId="{D18C1772-A447-4471-A624-A506BEE6BBA5}" type="presParOf" srcId="{E616F81B-2D9B-49E9-8E28-DEA7BEC843F1}" destId="{96EE0658-DFC5-4021-8DCD-01616A6D8425}" srcOrd="3" destOrd="0" presId="urn:microsoft.com/office/officeart/2018/2/layout/IconCircleList"/>
    <dgm:cxn modelId="{68926747-99E4-4A07-A660-1A6D20125923}" type="presParOf" srcId="{64916610-C0C5-463E-91AB-69B8FC9F5715}" destId="{0CB701A9-D1DF-440F-924F-30CCF21BE2A7}" srcOrd="5" destOrd="0" presId="urn:microsoft.com/office/officeart/2018/2/layout/IconCircleList"/>
    <dgm:cxn modelId="{925933A7-CDC1-40DB-A2C4-031B852E32C7}" type="presParOf" srcId="{64916610-C0C5-463E-91AB-69B8FC9F5715}" destId="{AD992E57-0BFB-4090-93B3-DAB1EC50CCBF}" srcOrd="6" destOrd="0" presId="urn:microsoft.com/office/officeart/2018/2/layout/IconCircleList"/>
    <dgm:cxn modelId="{E95BD17A-A9B1-4C89-8B51-56037E242431}" type="presParOf" srcId="{AD992E57-0BFB-4090-93B3-DAB1EC50CCBF}" destId="{A956E60D-A840-4805-BD59-DEDDC5443F08}" srcOrd="0" destOrd="0" presId="urn:microsoft.com/office/officeart/2018/2/layout/IconCircleList"/>
    <dgm:cxn modelId="{03470821-BCD6-450A-91F6-75384569619F}" type="presParOf" srcId="{AD992E57-0BFB-4090-93B3-DAB1EC50CCBF}" destId="{D72CD4CB-A74C-48E7-876A-991C651A6A40}" srcOrd="1" destOrd="0" presId="urn:microsoft.com/office/officeart/2018/2/layout/IconCircleList"/>
    <dgm:cxn modelId="{5711E641-03E3-4E35-A586-DD28CD6204EB}" type="presParOf" srcId="{AD992E57-0BFB-4090-93B3-DAB1EC50CCBF}" destId="{57528880-4F51-446A-8439-E4D4D241B852}" srcOrd="2" destOrd="0" presId="urn:microsoft.com/office/officeart/2018/2/layout/IconCircleList"/>
    <dgm:cxn modelId="{2641ABA9-B399-4591-A197-78B0CBFCD534}" type="presParOf" srcId="{AD992E57-0BFB-4090-93B3-DAB1EC50CCBF}" destId="{D4254507-B287-4485-89C5-F78F34A9F07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9C593E-1739-40F2-89B4-B00D360122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540A90-2C46-48B1-B638-86F09275C66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Identifying the impact time seprating fast ballistic hits and slow blunt force</a:t>
          </a:r>
          <a:endParaRPr lang="en-US" sz="2800"/>
        </a:p>
      </dgm:t>
    </dgm:pt>
    <dgm:pt modelId="{B1ED948D-B432-4A15-B66A-0FD8462DC3EC}" type="parTrans" cxnId="{B0FC814D-C932-4E72-978A-9DF23C77E599}">
      <dgm:prSet/>
      <dgm:spPr/>
      <dgm:t>
        <a:bodyPr/>
        <a:lstStyle/>
        <a:p>
          <a:endParaRPr lang="en-US"/>
        </a:p>
      </dgm:t>
    </dgm:pt>
    <dgm:pt modelId="{0F9BEC49-924F-43B3-9B0A-4ED1D1D57AEF}" type="sibTrans" cxnId="{B0FC814D-C932-4E72-978A-9DF23C77E599}">
      <dgm:prSet/>
      <dgm:spPr/>
      <dgm:t>
        <a:bodyPr/>
        <a:lstStyle/>
        <a:p>
          <a:endParaRPr lang="en-US"/>
        </a:p>
      </dgm:t>
    </dgm:pt>
    <dgm:pt modelId="{0FD78FEB-64DA-4ED2-BB67-EA9809A54F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Mathematically finding the exact point of impact without touching the glass</a:t>
          </a:r>
          <a:endParaRPr lang="en-US" sz="2800"/>
        </a:p>
      </dgm:t>
    </dgm:pt>
    <dgm:pt modelId="{A975A38B-B350-494B-BC0F-FD7453DDA921}" type="parTrans" cxnId="{8F49CF27-1BBB-4129-9693-0C4AA0099951}">
      <dgm:prSet/>
      <dgm:spPr/>
      <dgm:t>
        <a:bodyPr/>
        <a:lstStyle/>
        <a:p>
          <a:endParaRPr lang="en-US"/>
        </a:p>
      </dgm:t>
    </dgm:pt>
    <dgm:pt modelId="{8A2F7972-9CD7-4DEC-A2D1-4B3BBDC142A3}" type="sibTrans" cxnId="{8F49CF27-1BBB-4129-9693-0C4AA0099951}">
      <dgm:prSet/>
      <dgm:spPr/>
      <dgm:t>
        <a:bodyPr/>
        <a:lstStyle/>
        <a:p>
          <a:endParaRPr lang="en-US"/>
        </a:p>
      </dgm:t>
    </dgm:pt>
    <dgm:pt modelId="{7C9F8D0C-62EA-453B-A526-0F354045828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/>
            <a:t>Reduce processing time by 95 % while keeping measurements pixel accurate</a:t>
          </a:r>
          <a:endParaRPr lang="en-US" sz="2800"/>
        </a:p>
      </dgm:t>
    </dgm:pt>
    <dgm:pt modelId="{7AF8E011-DDF2-4F83-84D2-FE19053A4826}" type="parTrans" cxnId="{0B975CDD-E6A3-457D-A4F6-DAFBD7D94281}">
      <dgm:prSet/>
      <dgm:spPr/>
      <dgm:t>
        <a:bodyPr/>
        <a:lstStyle/>
        <a:p>
          <a:endParaRPr lang="en-US"/>
        </a:p>
      </dgm:t>
    </dgm:pt>
    <dgm:pt modelId="{43DB7E6F-EA18-4D0A-806C-9EE9299330A0}" type="sibTrans" cxnId="{0B975CDD-E6A3-457D-A4F6-DAFBD7D94281}">
      <dgm:prSet/>
      <dgm:spPr/>
      <dgm:t>
        <a:bodyPr/>
        <a:lstStyle/>
        <a:p>
          <a:endParaRPr lang="en-US"/>
        </a:p>
      </dgm:t>
    </dgm:pt>
    <dgm:pt modelId="{5343D9D0-563F-452C-A562-4FFDDA568064}" type="pres">
      <dgm:prSet presAssocID="{C29C593E-1739-40F2-89B4-B00D360122E2}" presName="root" presStyleCnt="0">
        <dgm:presLayoutVars>
          <dgm:dir/>
          <dgm:resizeHandles val="exact"/>
        </dgm:presLayoutVars>
      </dgm:prSet>
      <dgm:spPr/>
    </dgm:pt>
    <dgm:pt modelId="{1EA6D553-8B77-4515-8C92-D1CCAAC3FAEC}" type="pres">
      <dgm:prSet presAssocID="{86540A90-2C46-48B1-B638-86F09275C667}" presName="compNode" presStyleCnt="0"/>
      <dgm:spPr/>
    </dgm:pt>
    <dgm:pt modelId="{D5B809C8-913C-4945-805F-3ED782A2F85F}" type="pres">
      <dgm:prSet presAssocID="{86540A90-2C46-48B1-B638-86F09275C667}" presName="bgRect" presStyleLbl="bgShp" presStyleIdx="0" presStyleCnt="3"/>
      <dgm:spPr/>
    </dgm:pt>
    <dgm:pt modelId="{539586D8-22E6-47B6-80CB-B7F9A8D23F03}" type="pres">
      <dgm:prSet presAssocID="{86540A90-2C46-48B1-B638-86F09275C66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3889340-8FBD-4BBA-8F24-1C2561703F5B}" type="pres">
      <dgm:prSet presAssocID="{86540A90-2C46-48B1-B638-86F09275C667}" presName="spaceRect" presStyleCnt="0"/>
      <dgm:spPr/>
    </dgm:pt>
    <dgm:pt modelId="{79C78058-1FA4-40E5-9362-5A1C657B62EE}" type="pres">
      <dgm:prSet presAssocID="{86540A90-2C46-48B1-B638-86F09275C667}" presName="parTx" presStyleLbl="revTx" presStyleIdx="0" presStyleCnt="3">
        <dgm:presLayoutVars>
          <dgm:chMax val="0"/>
          <dgm:chPref val="0"/>
        </dgm:presLayoutVars>
      </dgm:prSet>
      <dgm:spPr/>
    </dgm:pt>
    <dgm:pt modelId="{1C58DA1A-4D33-4D31-85CC-9B24A0981FD7}" type="pres">
      <dgm:prSet presAssocID="{0F9BEC49-924F-43B3-9B0A-4ED1D1D57AEF}" presName="sibTrans" presStyleCnt="0"/>
      <dgm:spPr/>
    </dgm:pt>
    <dgm:pt modelId="{BA6524A9-64A0-4B19-98E4-E39B63F5F822}" type="pres">
      <dgm:prSet presAssocID="{0FD78FEB-64DA-4ED2-BB67-EA9809A54F42}" presName="compNode" presStyleCnt="0"/>
      <dgm:spPr/>
    </dgm:pt>
    <dgm:pt modelId="{85B1B572-4DF6-4179-B61A-0581B06DBBB2}" type="pres">
      <dgm:prSet presAssocID="{0FD78FEB-64DA-4ED2-BB67-EA9809A54F42}" presName="bgRect" presStyleLbl="bgShp" presStyleIdx="1" presStyleCnt="3"/>
      <dgm:spPr/>
    </dgm:pt>
    <dgm:pt modelId="{D6ED83A3-C3DF-4D3A-AD71-107F7C2F68BE}" type="pres">
      <dgm:prSet presAssocID="{0FD78FEB-64DA-4ED2-BB67-EA9809A54F4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2F225C8-E740-4711-B1BC-91CD3AB462BD}" type="pres">
      <dgm:prSet presAssocID="{0FD78FEB-64DA-4ED2-BB67-EA9809A54F42}" presName="spaceRect" presStyleCnt="0"/>
      <dgm:spPr/>
    </dgm:pt>
    <dgm:pt modelId="{22AF281F-0768-473A-8424-4B50792CEEE9}" type="pres">
      <dgm:prSet presAssocID="{0FD78FEB-64DA-4ED2-BB67-EA9809A54F42}" presName="parTx" presStyleLbl="revTx" presStyleIdx="1" presStyleCnt="3">
        <dgm:presLayoutVars>
          <dgm:chMax val="0"/>
          <dgm:chPref val="0"/>
        </dgm:presLayoutVars>
      </dgm:prSet>
      <dgm:spPr/>
    </dgm:pt>
    <dgm:pt modelId="{53537FAB-1394-486F-9286-B88DBE5B7116}" type="pres">
      <dgm:prSet presAssocID="{8A2F7972-9CD7-4DEC-A2D1-4B3BBDC142A3}" presName="sibTrans" presStyleCnt="0"/>
      <dgm:spPr/>
    </dgm:pt>
    <dgm:pt modelId="{C74832D4-461D-4B44-9B79-8B6A051468C6}" type="pres">
      <dgm:prSet presAssocID="{7C9F8D0C-62EA-453B-A526-0F354045828F}" presName="compNode" presStyleCnt="0"/>
      <dgm:spPr/>
    </dgm:pt>
    <dgm:pt modelId="{53FB6C8E-8092-40F2-BF5D-CBDBF86096E0}" type="pres">
      <dgm:prSet presAssocID="{7C9F8D0C-62EA-453B-A526-0F354045828F}" presName="bgRect" presStyleLbl="bgShp" presStyleIdx="2" presStyleCnt="3"/>
      <dgm:spPr/>
    </dgm:pt>
    <dgm:pt modelId="{24A80F1A-5D1D-46E1-A061-9E992A7BEC72}" type="pres">
      <dgm:prSet presAssocID="{7C9F8D0C-62EA-453B-A526-0F35404582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3CDB7463-911C-4C13-BFED-052B601A10A1}" type="pres">
      <dgm:prSet presAssocID="{7C9F8D0C-62EA-453B-A526-0F354045828F}" presName="spaceRect" presStyleCnt="0"/>
      <dgm:spPr/>
    </dgm:pt>
    <dgm:pt modelId="{F2589801-C1C3-4A97-9653-100C54E60046}" type="pres">
      <dgm:prSet presAssocID="{7C9F8D0C-62EA-453B-A526-0F354045828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DA0503-C791-41A8-BD1F-5CD249910164}" type="presOf" srcId="{C29C593E-1739-40F2-89B4-B00D360122E2}" destId="{5343D9D0-563F-452C-A562-4FFDDA568064}" srcOrd="0" destOrd="0" presId="urn:microsoft.com/office/officeart/2018/2/layout/IconVerticalSolidList"/>
    <dgm:cxn modelId="{24677620-BCCF-4DBD-8983-1D380214B3C2}" type="presOf" srcId="{0FD78FEB-64DA-4ED2-BB67-EA9809A54F42}" destId="{22AF281F-0768-473A-8424-4B50792CEEE9}" srcOrd="0" destOrd="0" presId="urn:microsoft.com/office/officeart/2018/2/layout/IconVerticalSolidList"/>
    <dgm:cxn modelId="{8F49CF27-1BBB-4129-9693-0C4AA0099951}" srcId="{C29C593E-1739-40F2-89B4-B00D360122E2}" destId="{0FD78FEB-64DA-4ED2-BB67-EA9809A54F42}" srcOrd="1" destOrd="0" parTransId="{A975A38B-B350-494B-BC0F-FD7453DDA921}" sibTransId="{8A2F7972-9CD7-4DEC-A2D1-4B3BBDC142A3}"/>
    <dgm:cxn modelId="{B0FC814D-C932-4E72-978A-9DF23C77E599}" srcId="{C29C593E-1739-40F2-89B4-B00D360122E2}" destId="{86540A90-2C46-48B1-B638-86F09275C667}" srcOrd="0" destOrd="0" parTransId="{B1ED948D-B432-4A15-B66A-0FD8462DC3EC}" sibTransId="{0F9BEC49-924F-43B3-9B0A-4ED1D1D57AEF}"/>
    <dgm:cxn modelId="{59701BB0-EDCA-47E5-AB04-438D946B2733}" type="presOf" srcId="{7C9F8D0C-62EA-453B-A526-0F354045828F}" destId="{F2589801-C1C3-4A97-9653-100C54E60046}" srcOrd="0" destOrd="0" presId="urn:microsoft.com/office/officeart/2018/2/layout/IconVerticalSolidList"/>
    <dgm:cxn modelId="{222D97C6-DDDD-457D-9283-C5059E234D0A}" type="presOf" srcId="{86540A90-2C46-48B1-B638-86F09275C667}" destId="{79C78058-1FA4-40E5-9362-5A1C657B62EE}" srcOrd="0" destOrd="0" presId="urn:microsoft.com/office/officeart/2018/2/layout/IconVerticalSolidList"/>
    <dgm:cxn modelId="{0B975CDD-E6A3-457D-A4F6-DAFBD7D94281}" srcId="{C29C593E-1739-40F2-89B4-B00D360122E2}" destId="{7C9F8D0C-62EA-453B-A526-0F354045828F}" srcOrd="2" destOrd="0" parTransId="{7AF8E011-DDF2-4F83-84D2-FE19053A4826}" sibTransId="{43DB7E6F-EA18-4D0A-806C-9EE9299330A0}"/>
    <dgm:cxn modelId="{B0304662-E8E1-466D-A6B5-7023FF7BCD96}" type="presParOf" srcId="{5343D9D0-563F-452C-A562-4FFDDA568064}" destId="{1EA6D553-8B77-4515-8C92-D1CCAAC3FAEC}" srcOrd="0" destOrd="0" presId="urn:microsoft.com/office/officeart/2018/2/layout/IconVerticalSolidList"/>
    <dgm:cxn modelId="{2D53CDC6-61BD-409D-BECD-192F901268A7}" type="presParOf" srcId="{1EA6D553-8B77-4515-8C92-D1CCAAC3FAEC}" destId="{D5B809C8-913C-4945-805F-3ED782A2F85F}" srcOrd="0" destOrd="0" presId="urn:microsoft.com/office/officeart/2018/2/layout/IconVerticalSolidList"/>
    <dgm:cxn modelId="{1E09211A-251F-4D70-B723-2CE180744309}" type="presParOf" srcId="{1EA6D553-8B77-4515-8C92-D1CCAAC3FAEC}" destId="{539586D8-22E6-47B6-80CB-B7F9A8D23F03}" srcOrd="1" destOrd="0" presId="urn:microsoft.com/office/officeart/2018/2/layout/IconVerticalSolidList"/>
    <dgm:cxn modelId="{A4FE63DA-E127-4323-BA57-85B3E5EB4306}" type="presParOf" srcId="{1EA6D553-8B77-4515-8C92-D1CCAAC3FAEC}" destId="{63889340-8FBD-4BBA-8F24-1C2561703F5B}" srcOrd="2" destOrd="0" presId="urn:microsoft.com/office/officeart/2018/2/layout/IconVerticalSolidList"/>
    <dgm:cxn modelId="{ED78BA1A-9077-4BF8-94FF-AD11959E374C}" type="presParOf" srcId="{1EA6D553-8B77-4515-8C92-D1CCAAC3FAEC}" destId="{79C78058-1FA4-40E5-9362-5A1C657B62EE}" srcOrd="3" destOrd="0" presId="urn:microsoft.com/office/officeart/2018/2/layout/IconVerticalSolidList"/>
    <dgm:cxn modelId="{1B0133F7-24D5-4FC4-AAAB-A151821AE6E4}" type="presParOf" srcId="{5343D9D0-563F-452C-A562-4FFDDA568064}" destId="{1C58DA1A-4D33-4D31-85CC-9B24A0981FD7}" srcOrd="1" destOrd="0" presId="urn:microsoft.com/office/officeart/2018/2/layout/IconVerticalSolidList"/>
    <dgm:cxn modelId="{D701B6C9-E607-4D70-AE8D-75DB45E7D84A}" type="presParOf" srcId="{5343D9D0-563F-452C-A562-4FFDDA568064}" destId="{BA6524A9-64A0-4B19-98E4-E39B63F5F822}" srcOrd="2" destOrd="0" presId="urn:microsoft.com/office/officeart/2018/2/layout/IconVerticalSolidList"/>
    <dgm:cxn modelId="{7305AC7C-DCD3-47E7-AA94-1D6EF179E9AD}" type="presParOf" srcId="{BA6524A9-64A0-4B19-98E4-E39B63F5F822}" destId="{85B1B572-4DF6-4179-B61A-0581B06DBBB2}" srcOrd="0" destOrd="0" presId="urn:microsoft.com/office/officeart/2018/2/layout/IconVerticalSolidList"/>
    <dgm:cxn modelId="{1E47756E-6277-49DC-84E2-F1EEAB0C13D3}" type="presParOf" srcId="{BA6524A9-64A0-4B19-98E4-E39B63F5F822}" destId="{D6ED83A3-C3DF-4D3A-AD71-107F7C2F68BE}" srcOrd="1" destOrd="0" presId="urn:microsoft.com/office/officeart/2018/2/layout/IconVerticalSolidList"/>
    <dgm:cxn modelId="{C3D721C0-C418-4840-B2F5-EB3B9223C546}" type="presParOf" srcId="{BA6524A9-64A0-4B19-98E4-E39B63F5F822}" destId="{62F225C8-E740-4711-B1BC-91CD3AB462BD}" srcOrd="2" destOrd="0" presId="urn:microsoft.com/office/officeart/2018/2/layout/IconVerticalSolidList"/>
    <dgm:cxn modelId="{F9B8A8FA-F9AC-4EA9-A7E1-7D6A5806079E}" type="presParOf" srcId="{BA6524A9-64A0-4B19-98E4-E39B63F5F822}" destId="{22AF281F-0768-473A-8424-4B50792CEEE9}" srcOrd="3" destOrd="0" presId="urn:microsoft.com/office/officeart/2018/2/layout/IconVerticalSolidList"/>
    <dgm:cxn modelId="{20D1F020-38CF-41ED-9910-D66C0C723F46}" type="presParOf" srcId="{5343D9D0-563F-452C-A562-4FFDDA568064}" destId="{53537FAB-1394-486F-9286-B88DBE5B7116}" srcOrd="3" destOrd="0" presId="urn:microsoft.com/office/officeart/2018/2/layout/IconVerticalSolidList"/>
    <dgm:cxn modelId="{97CBEC61-28F6-4DE7-84B4-391B24E88197}" type="presParOf" srcId="{5343D9D0-563F-452C-A562-4FFDDA568064}" destId="{C74832D4-461D-4B44-9B79-8B6A051468C6}" srcOrd="4" destOrd="0" presId="urn:microsoft.com/office/officeart/2018/2/layout/IconVerticalSolidList"/>
    <dgm:cxn modelId="{D571E768-714A-47B6-B6D3-D03E2931C916}" type="presParOf" srcId="{C74832D4-461D-4B44-9B79-8B6A051468C6}" destId="{53FB6C8E-8092-40F2-BF5D-CBDBF86096E0}" srcOrd="0" destOrd="0" presId="urn:microsoft.com/office/officeart/2018/2/layout/IconVerticalSolidList"/>
    <dgm:cxn modelId="{B7CCCE20-22A5-4095-8681-3D1FFF74DFCB}" type="presParOf" srcId="{C74832D4-461D-4B44-9B79-8B6A051468C6}" destId="{24A80F1A-5D1D-46E1-A061-9E992A7BEC72}" srcOrd="1" destOrd="0" presId="urn:microsoft.com/office/officeart/2018/2/layout/IconVerticalSolidList"/>
    <dgm:cxn modelId="{D7605128-32FB-4C21-A0AA-82D40440C69B}" type="presParOf" srcId="{C74832D4-461D-4B44-9B79-8B6A051468C6}" destId="{3CDB7463-911C-4C13-BFED-052B601A10A1}" srcOrd="2" destOrd="0" presId="urn:microsoft.com/office/officeart/2018/2/layout/IconVerticalSolidList"/>
    <dgm:cxn modelId="{2DF3F4DB-1D13-4893-8D39-7A6F65E1B1C2}" type="presParOf" srcId="{C74832D4-461D-4B44-9B79-8B6A051468C6}" destId="{F2589801-C1C3-4A97-9653-100C54E600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01C1D-58A2-403E-8731-015E5DF2419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70267B-B813-4289-B3D4-0D0E364E966F}">
      <dgm:prSet custT="1"/>
      <dgm:spPr/>
      <dgm:t>
        <a:bodyPr/>
        <a:lstStyle/>
        <a:p>
          <a:r>
            <a:rPr lang="en-GB" sz="2800"/>
            <a:t>Preprocessing</a:t>
          </a:r>
          <a:endParaRPr lang="en-US" sz="2800"/>
        </a:p>
      </dgm:t>
    </dgm:pt>
    <dgm:pt modelId="{D50CE15F-4E66-4C84-8C5E-89328346A785}" type="parTrans" cxnId="{80393A82-A44A-433E-976D-DABB607C721E}">
      <dgm:prSet/>
      <dgm:spPr/>
      <dgm:t>
        <a:bodyPr/>
        <a:lstStyle/>
        <a:p>
          <a:endParaRPr lang="en-US"/>
        </a:p>
      </dgm:t>
    </dgm:pt>
    <dgm:pt modelId="{57CCA5ED-5BEF-49FF-AD12-B77EDD23A9E6}" type="sibTrans" cxnId="{80393A82-A44A-433E-976D-DABB607C721E}">
      <dgm:prSet/>
      <dgm:spPr/>
      <dgm:t>
        <a:bodyPr/>
        <a:lstStyle/>
        <a:p>
          <a:endParaRPr lang="en-US"/>
        </a:p>
      </dgm:t>
    </dgm:pt>
    <dgm:pt modelId="{E02241B9-8F94-4248-B728-2DE5C04A9722}">
      <dgm:prSet custT="1"/>
      <dgm:spPr/>
      <dgm:t>
        <a:bodyPr/>
        <a:lstStyle/>
        <a:p>
          <a:r>
            <a:rPr lang="en-GB" sz="2800"/>
            <a:t>Feature Extraction </a:t>
          </a:r>
          <a:endParaRPr lang="en-US" sz="2800"/>
        </a:p>
      </dgm:t>
    </dgm:pt>
    <dgm:pt modelId="{D3927490-80C9-47CE-8080-283479FF0233}" type="parTrans" cxnId="{65121CF9-92D1-45BE-964F-F6E22AFDEDD4}">
      <dgm:prSet/>
      <dgm:spPr/>
      <dgm:t>
        <a:bodyPr/>
        <a:lstStyle/>
        <a:p>
          <a:endParaRPr lang="en-US"/>
        </a:p>
      </dgm:t>
    </dgm:pt>
    <dgm:pt modelId="{7FFA4FC1-4E4C-4FC8-AD11-F2E960574C7B}" type="sibTrans" cxnId="{65121CF9-92D1-45BE-964F-F6E22AFDEDD4}">
      <dgm:prSet/>
      <dgm:spPr/>
      <dgm:t>
        <a:bodyPr/>
        <a:lstStyle/>
        <a:p>
          <a:endParaRPr lang="en-US"/>
        </a:p>
      </dgm:t>
    </dgm:pt>
    <dgm:pt modelId="{CBC9244F-DAEC-4A1F-99D8-DA81B257DA69}">
      <dgm:prSet custT="1"/>
      <dgm:spPr/>
      <dgm:t>
        <a:bodyPr/>
        <a:lstStyle/>
        <a:p>
          <a:r>
            <a:rPr lang="en-GB" sz="2800"/>
            <a:t>Inference </a:t>
          </a:r>
          <a:endParaRPr lang="en-US" sz="2800"/>
        </a:p>
      </dgm:t>
    </dgm:pt>
    <dgm:pt modelId="{BAA551BD-E1E9-4080-952F-B647B3EDB1D4}" type="parTrans" cxnId="{DFE59B43-1FC8-4CF7-8AED-E6689412C10B}">
      <dgm:prSet/>
      <dgm:spPr/>
      <dgm:t>
        <a:bodyPr/>
        <a:lstStyle/>
        <a:p>
          <a:endParaRPr lang="en-US"/>
        </a:p>
      </dgm:t>
    </dgm:pt>
    <dgm:pt modelId="{145D5D0C-DD46-44B8-8CDA-243E49BD3B6B}" type="sibTrans" cxnId="{DFE59B43-1FC8-4CF7-8AED-E6689412C10B}">
      <dgm:prSet/>
      <dgm:spPr/>
      <dgm:t>
        <a:bodyPr/>
        <a:lstStyle/>
        <a:p>
          <a:endParaRPr lang="en-US"/>
        </a:p>
      </dgm:t>
    </dgm:pt>
    <dgm:pt modelId="{EFD78982-CC73-47E3-9959-2351729E27B4}">
      <dgm:prSet custT="1"/>
      <dgm:spPr/>
      <dgm:t>
        <a:bodyPr/>
        <a:lstStyle/>
        <a:p>
          <a:r>
            <a:rPr lang="en-GB" sz="2800"/>
            <a:t>Localization</a:t>
          </a:r>
          <a:endParaRPr lang="en-US" sz="2800"/>
        </a:p>
      </dgm:t>
    </dgm:pt>
    <dgm:pt modelId="{D465CCE5-0486-4695-9EE8-3A51AEDB56F5}" type="parTrans" cxnId="{62C1ABEC-7AB1-481A-A610-02C27295C6E9}">
      <dgm:prSet/>
      <dgm:spPr/>
      <dgm:t>
        <a:bodyPr/>
        <a:lstStyle/>
        <a:p>
          <a:endParaRPr lang="en-US"/>
        </a:p>
      </dgm:t>
    </dgm:pt>
    <dgm:pt modelId="{AC3F97C2-6D37-4471-9A40-14DEA8AECCC7}" type="sibTrans" cxnId="{62C1ABEC-7AB1-481A-A610-02C27295C6E9}">
      <dgm:prSet/>
      <dgm:spPr/>
      <dgm:t>
        <a:bodyPr/>
        <a:lstStyle/>
        <a:p>
          <a:endParaRPr lang="en-US"/>
        </a:p>
      </dgm:t>
    </dgm:pt>
    <dgm:pt modelId="{089BE0F1-9791-4DD8-91D1-7BACFE5C1E39}" type="pres">
      <dgm:prSet presAssocID="{FD301C1D-58A2-403E-8731-015E5DF2419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62D6DB-CE39-43BD-AB6A-4711FAB1C9A6}" type="pres">
      <dgm:prSet presAssocID="{4270267B-B813-4289-B3D4-0D0E364E966F}" presName="root" presStyleCnt="0"/>
      <dgm:spPr/>
    </dgm:pt>
    <dgm:pt modelId="{F6F34668-C063-449A-BE57-5D41DC1E1377}" type="pres">
      <dgm:prSet presAssocID="{4270267B-B813-4289-B3D4-0D0E364E966F}" presName="rootComposite" presStyleCnt="0"/>
      <dgm:spPr/>
    </dgm:pt>
    <dgm:pt modelId="{77D05243-C65C-4A5D-A7CD-30BAA7125A11}" type="pres">
      <dgm:prSet presAssocID="{4270267B-B813-4289-B3D4-0D0E364E966F}" presName="rootText" presStyleLbl="node1" presStyleIdx="0" presStyleCnt="4" custScaleX="108534"/>
      <dgm:spPr/>
    </dgm:pt>
    <dgm:pt modelId="{37EA5333-5DC4-40E9-8299-C23C253C0DAE}" type="pres">
      <dgm:prSet presAssocID="{4270267B-B813-4289-B3D4-0D0E364E966F}" presName="rootConnector" presStyleLbl="node1" presStyleIdx="0" presStyleCnt="4"/>
      <dgm:spPr/>
    </dgm:pt>
    <dgm:pt modelId="{4A32D421-E9C1-4AB7-AC69-DECD29E93D8A}" type="pres">
      <dgm:prSet presAssocID="{4270267B-B813-4289-B3D4-0D0E364E966F}" presName="childShape" presStyleCnt="0"/>
      <dgm:spPr/>
    </dgm:pt>
    <dgm:pt modelId="{CA36D847-F633-4D42-B427-432BAA2C0327}" type="pres">
      <dgm:prSet presAssocID="{E02241B9-8F94-4248-B728-2DE5C04A9722}" presName="root" presStyleCnt="0"/>
      <dgm:spPr/>
    </dgm:pt>
    <dgm:pt modelId="{130BF6C3-3F39-4122-BD2E-1AE35E079AF3}" type="pres">
      <dgm:prSet presAssocID="{E02241B9-8F94-4248-B728-2DE5C04A9722}" presName="rootComposite" presStyleCnt="0"/>
      <dgm:spPr/>
    </dgm:pt>
    <dgm:pt modelId="{ADF384E1-3886-456E-8974-7253A781C83F}" type="pres">
      <dgm:prSet presAssocID="{E02241B9-8F94-4248-B728-2DE5C04A9722}" presName="rootText" presStyleLbl="node1" presStyleIdx="1" presStyleCnt="4" custLinFactNeighborX="2144" custLinFactNeighborY="-140"/>
      <dgm:spPr/>
    </dgm:pt>
    <dgm:pt modelId="{2B4D9765-D9EF-4E5F-B2AA-468ED3F6E6E6}" type="pres">
      <dgm:prSet presAssocID="{E02241B9-8F94-4248-B728-2DE5C04A9722}" presName="rootConnector" presStyleLbl="node1" presStyleIdx="1" presStyleCnt="4"/>
      <dgm:spPr/>
    </dgm:pt>
    <dgm:pt modelId="{B448626A-D46F-4490-9085-8452512B658F}" type="pres">
      <dgm:prSet presAssocID="{E02241B9-8F94-4248-B728-2DE5C04A9722}" presName="childShape" presStyleCnt="0"/>
      <dgm:spPr/>
    </dgm:pt>
    <dgm:pt modelId="{EDB26EC6-3CE3-43A6-A26B-81DED4A172E2}" type="pres">
      <dgm:prSet presAssocID="{CBC9244F-DAEC-4A1F-99D8-DA81B257DA69}" presName="root" presStyleCnt="0"/>
      <dgm:spPr/>
    </dgm:pt>
    <dgm:pt modelId="{C4458552-4E28-4FE7-B395-F0B30C68EE78}" type="pres">
      <dgm:prSet presAssocID="{CBC9244F-DAEC-4A1F-99D8-DA81B257DA69}" presName="rootComposite" presStyleCnt="0"/>
      <dgm:spPr/>
    </dgm:pt>
    <dgm:pt modelId="{33488063-0D11-446D-811F-119A6B567A26}" type="pres">
      <dgm:prSet presAssocID="{CBC9244F-DAEC-4A1F-99D8-DA81B257DA69}" presName="rootText" presStyleLbl="node1" presStyleIdx="2" presStyleCnt="4"/>
      <dgm:spPr/>
    </dgm:pt>
    <dgm:pt modelId="{018C3F87-8264-4BC2-8701-4F39DCD1B90A}" type="pres">
      <dgm:prSet presAssocID="{CBC9244F-DAEC-4A1F-99D8-DA81B257DA69}" presName="rootConnector" presStyleLbl="node1" presStyleIdx="2" presStyleCnt="4"/>
      <dgm:spPr/>
    </dgm:pt>
    <dgm:pt modelId="{E56ED141-09A0-4830-9FC7-FA6B285B773F}" type="pres">
      <dgm:prSet presAssocID="{CBC9244F-DAEC-4A1F-99D8-DA81B257DA69}" presName="childShape" presStyleCnt="0"/>
      <dgm:spPr/>
    </dgm:pt>
    <dgm:pt modelId="{8A5C2722-D473-447A-BDF6-7C864E9B6940}" type="pres">
      <dgm:prSet presAssocID="{EFD78982-CC73-47E3-9959-2351729E27B4}" presName="root" presStyleCnt="0"/>
      <dgm:spPr/>
    </dgm:pt>
    <dgm:pt modelId="{F683E68B-D5A0-4A16-9FFF-67FBD0832A63}" type="pres">
      <dgm:prSet presAssocID="{EFD78982-CC73-47E3-9959-2351729E27B4}" presName="rootComposite" presStyleCnt="0"/>
      <dgm:spPr/>
    </dgm:pt>
    <dgm:pt modelId="{F6C9697A-0392-4496-A313-89A9DEC32A58}" type="pres">
      <dgm:prSet presAssocID="{EFD78982-CC73-47E3-9959-2351729E27B4}" presName="rootText" presStyleLbl="node1" presStyleIdx="3" presStyleCnt="4"/>
      <dgm:spPr/>
    </dgm:pt>
    <dgm:pt modelId="{6E372A2E-4FB7-43A6-9C6A-BAAEE4618A6E}" type="pres">
      <dgm:prSet presAssocID="{EFD78982-CC73-47E3-9959-2351729E27B4}" presName="rootConnector" presStyleLbl="node1" presStyleIdx="3" presStyleCnt="4"/>
      <dgm:spPr/>
    </dgm:pt>
    <dgm:pt modelId="{42567DEF-8121-4EA7-9290-7E0F6B95CAFD}" type="pres">
      <dgm:prSet presAssocID="{EFD78982-CC73-47E3-9959-2351729E27B4}" presName="childShape" presStyleCnt="0"/>
      <dgm:spPr/>
    </dgm:pt>
  </dgm:ptLst>
  <dgm:cxnLst>
    <dgm:cxn modelId="{BEB0340C-28A2-47CB-9487-DF5CF59383CB}" type="presOf" srcId="{CBC9244F-DAEC-4A1F-99D8-DA81B257DA69}" destId="{33488063-0D11-446D-811F-119A6B567A26}" srcOrd="0" destOrd="0" presId="urn:microsoft.com/office/officeart/2005/8/layout/hierarchy3"/>
    <dgm:cxn modelId="{124CE60F-D304-4EDD-B152-0A9D702F112E}" type="presOf" srcId="{FD301C1D-58A2-403E-8731-015E5DF24199}" destId="{089BE0F1-9791-4DD8-91D1-7BACFE5C1E39}" srcOrd="0" destOrd="0" presId="urn:microsoft.com/office/officeart/2005/8/layout/hierarchy3"/>
    <dgm:cxn modelId="{DFE59B43-1FC8-4CF7-8AED-E6689412C10B}" srcId="{FD301C1D-58A2-403E-8731-015E5DF24199}" destId="{CBC9244F-DAEC-4A1F-99D8-DA81B257DA69}" srcOrd="2" destOrd="0" parTransId="{BAA551BD-E1E9-4080-952F-B647B3EDB1D4}" sibTransId="{145D5D0C-DD46-44B8-8CDA-243E49BD3B6B}"/>
    <dgm:cxn modelId="{E9EBF446-9DC2-4850-8629-ED353EE19CCE}" type="presOf" srcId="{EFD78982-CC73-47E3-9959-2351729E27B4}" destId="{F6C9697A-0392-4496-A313-89A9DEC32A58}" srcOrd="0" destOrd="0" presId="urn:microsoft.com/office/officeart/2005/8/layout/hierarchy3"/>
    <dgm:cxn modelId="{16038669-8074-4A29-A8C4-3D0FDD46E9D0}" type="presOf" srcId="{E02241B9-8F94-4248-B728-2DE5C04A9722}" destId="{ADF384E1-3886-456E-8974-7253A781C83F}" srcOrd="0" destOrd="0" presId="urn:microsoft.com/office/officeart/2005/8/layout/hierarchy3"/>
    <dgm:cxn modelId="{BC265E50-B5C5-4EAC-8225-D6574A99CD9D}" type="presOf" srcId="{4270267B-B813-4289-B3D4-0D0E364E966F}" destId="{77D05243-C65C-4A5D-A7CD-30BAA7125A11}" srcOrd="0" destOrd="0" presId="urn:microsoft.com/office/officeart/2005/8/layout/hierarchy3"/>
    <dgm:cxn modelId="{80393A82-A44A-433E-976D-DABB607C721E}" srcId="{FD301C1D-58A2-403E-8731-015E5DF24199}" destId="{4270267B-B813-4289-B3D4-0D0E364E966F}" srcOrd="0" destOrd="0" parTransId="{D50CE15F-4E66-4C84-8C5E-89328346A785}" sibTransId="{57CCA5ED-5BEF-49FF-AD12-B77EDD23A9E6}"/>
    <dgm:cxn modelId="{595BF596-80CA-4AB7-8D68-78D23978737D}" type="presOf" srcId="{4270267B-B813-4289-B3D4-0D0E364E966F}" destId="{37EA5333-5DC4-40E9-8299-C23C253C0DAE}" srcOrd="1" destOrd="0" presId="urn:microsoft.com/office/officeart/2005/8/layout/hierarchy3"/>
    <dgm:cxn modelId="{2D8080A4-7959-4337-84BE-9924FF7C185E}" type="presOf" srcId="{EFD78982-CC73-47E3-9959-2351729E27B4}" destId="{6E372A2E-4FB7-43A6-9C6A-BAAEE4618A6E}" srcOrd="1" destOrd="0" presId="urn:microsoft.com/office/officeart/2005/8/layout/hierarchy3"/>
    <dgm:cxn modelId="{E5CAD4AB-033A-4A46-A61C-5AB1A79176AC}" type="presOf" srcId="{CBC9244F-DAEC-4A1F-99D8-DA81B257DA69}" destId="{018C3F87-8264-4BC2-8701-4F39DCD1B90A}" srcOrd="1" destOrd="0" presId="urn:microsoft.com/office/officeart/2005/8/layout/hierarchy3"/>
    <dgm:cxn modelId="{DA2AB3EA-08C7-4D64-B41A-CAA2DB938A25}" type="presOf" srcId="{E02241B9-8F94-4248-B728-2DE5C04A9722}" destId="{2B4D9765-D9EF-4E5F-B2AA-468ED3F6E6E6}" srcOrd="1" destOrd="0" presId="urn:microsoft.com/office/officeart/2005/8/layout/hierarchy3"/>
    <dgm:cxn modelId="{62C1ABEC-7AB1-481A-A610-02C27295C6E9}" srcId="{FD301C1D-58A2-403E-8731-015E5DF24199}" destId="{EFD78982-CC73-47E3-9959-2351729E27B4}" srcOrd="3" destOrd="0" parTransId="{D465CCE5-0486-4695-9EE8-3A51AEDB56F5}" sibTransId="{AC3F97C2-6D37-4471-9A40-14DEA8AECCC7}"/>
    <dgm:cxn modelId="{65121CF9-92D1-45BE-964F-F6E22AFDEDD4}" srcId="{FD301C1D-58A2-403E-8731-015E5DF24199}" destId="{E02241B9-8F94-4248-B728-2DE5C04A9722}" srcOrd="1" destOrd="0" parTransId="{D3927490-80C9-47CE-8080-283479FF0233}" sibTransId="{7FFA4FC1-4E4C-4FC8-AD11-F2E960574C7B}"/>
    <dgm:cxn modelId="{26E47BB7-05B2-428C-84F3-F1DF21394D73}" type="presParOf" srcId="{089BE0F1-9791-4DD8-91D1-7BACFE5C1E39}" destId="{D262D6DB-CE39-43BD-AB6A-4711FAB1C9A6}" srcOrd="0" destOrd="0" presId="urn:microsoft.com/office/officeart/2005/8/layout/hierarchy3"/>
    <dgm:cxn modelId="{DA201162-6C6E-4F3C-BE1A-AE799262A154}" type="presParOf" srcId="{D262D6DB-CE39-43BD-AB6A-4711FAB1C9A6}" destId="{F6F34668-C063-449A-BE57-5D41DC1E1377}" srcOrd="0" destOrd="0" presId="urn:microsoft.com/office/officeart/2005/8/layout/hierarchy3"/>
    <dgm:cxn modelId="{AB0EEEB5-586F-412B-A43C-808051FB4918}" type="presParOf" srcId="{F6F34668-C063-449A-BE57-5D41DC1E1377}" destId="{77D05243-C65C-4A5D-A7CD-30BAA7125A11}" srcOrd="0" destOrd="0" presId="urn:microsoft.com/office/officeart/2005/8/layout/hierarchy3"/>
    <dgm:cxn modelId="{60859AB3-149E-47D0-B8C4-64AC5A352D6C}" type="presParOf" srcId="{F6F34668-C063-449A-BE57-5D41DC1E1377}" destId="{37EA5333-5DC4-40E9-8299-C23C253C0DAE}" srcOrd="1" destOrd="0" presId="urn:microsoft.com/office/officeart/2005/8/layout/hierarchy3"/>
    <dgm:cxn modelId="{71C012BB-58A8-4545-9B64-C1F7F9D9BFF6}" type="presParOf" srcId="{D262D6DB-CE39-43BD-AB6A-4711FAB1C9A6}" destId="{4A32D421-E9C1-4AB7-AC69-DECD29E93D8A}" srcOrd="1" destOrd="0" presId="urn:microsoft.com/office/officeart/2005/8/layout/hierarchy3"/>
    <dgm:cxn modelId="{82B35517-21B1-46DA-A7B3-C749044E2A77}" type="presParOf" srcId="{089BE0F1-9791-4DD8-91D1-7BACFE5C1E39}" destId="{CA36D847-F633-4D42-B427-432BAA2C0327}" srcOrd="1" destOrd="0" presId="urn:microsoft.com/office/officeart/2005/8/layout/hierarchy3"/>
    <dgm:cxn modelId="{2BC594EC-C880-40D2-922F-D653F17A79FD}" type="presParOf" srcId="{CA36D847-F633-4D42-B427-432BAA2C0327}" destId="{130BF6C3-3F39-4122-BD2E-1AE35E079AF3}" srcOrd="0" destOrd="0" presId="urn:microsoft.com/office/officeart/2005/8/layout/hierarchy3"/>
    <dgm:cxn modelId="{3E3FA3B7-67E9-43A8-AF2E-656AA33BD486}" type="presParOf" srcId="{130BF6C3-3F39-4122-BD2E-1AE35E079AF3}" destId="{ADF384E1-3886-456E-8974-7253A781C83F}" srcOrd="0" destOrd="0" presId="urn:microsoft.com/office/officeart/2005/8/layout/hierarchy3"/>
    <dgm:cxn modelId="{BBA1464A-66D6-421F-957C-811520DD1C49}" type="presParOf" srcId="{130BF6C3-3F39-4122-BD2E-1AE35E079AF3}" destId="{2B4D9765-D9EF-4E5F-B2AA-468ED3F6E6E6}" srcOrd="1" destOrd="0" presId="urn:microsoft.com/office/officeart/2005/8/layout/hierarchy3"/>
    <dgm:cxn modelId="{553ECAAE-5C0D-4BBC-96A9-D7F697AE498B}" type="presParOf" srcId="{CA36D847-F633-4D42-B427-432BAA2C0327}" destId="{B448626A-D46F-4490-9085-8452512B658F}" srcOrd="1" destOrd="0" presId="urn:microsoft.com/office/officeart/2005/8/layout/hierarchy3"/>
    <dgm:cxn modelId="{A2B38563-30B3-4221-B25B-6DEC4F7ED7BF}" type="presParOf" srcId="{089BE0F1-9791-4DD8-91D1-7BACFE5C1E39}" destId="{EDB26EC6-3CE3-43A6-A26B-81DED4A172E2}" srcOrd="2" destOrd="0" presId="urn:microsoft.com/office/officeart/2005/8/layout/hierarchy3"/>
    <dgm:cxn modelId="{3C032295-6F1A-47B6-8143-FF9306E52660}" type="presParOf" srcId="{EDB26EC6-3CE3-43A6-A26B-81DED4A172E2}" destId="{C4458552-4E28-4FE7-B395-F0B30C68EE78}" srcOrd="0" destOrd="0" presId="urn:microsoft.com/office/officeart/2005/8/layout/hierarchy3"/>
    <dgm:cxn modelId="{64EFD873-455A-49B5-BE99-72109EECCD6E}" type="presParOf" srcId="{C4458552-4E28-4FE7-B395-F0B30C68EE78}" destId="{33488063-0D11-446D-811F-119A6B567A26}" srcOrd="0" destOrd="0" presId="urn:microsoft.com/office/officeart/2005/8/layout/hierarchy3"/>
    <dgm:cxn modelId="{1AFFD72A-D108-40C2-A090-07452D1E1605}" type="presParOf" srcId="{C4458552-4E28-4FE7-B395-F0B30C68EE78}" destId="{018C3F87-8264-4BC2-8701-4F39DCD1B90A}" srcOrd="1" destOrd="0" presId="urn:microsoft.com/office/officeart/2005/8/layout/hierarchy3"/>
    <dgm:cxn modelId="{9AAA8EA9-E83A-4F90-8864-6B4BF70E907E}" type="presParOf" srcId="{EDB26EC6-3CE3-43A6-A26B-81DED4A172E2}" destId="{E56ED141-09A0-4830-9FC7-FA6B285B773F}" srcOrd="1" destOrd="0" presId="urn:microsoft.com/office/officeart/2005/8/layout/hierarchy3"/>
    <dgm:cxn modelId="{A09CE1DF-A64B-48E1-B490-AF62FECEC784}" type="presParOf" srcId="{089BE0F1-9791-4DD8-91D1-7BACFE5C1E39}" destId="{8A5C2722-D473-447A-BDF6-7C864E9B6940}" srcOrd="3" destOrd="0" presId="urn:microsoft.com/office/officeart/2005/8/layout/hierarchy3"/>
    <dgm:cxn modelId="{2A354E95-DFF8-49CE-AE63-68ADFE1F9247}" type="presParOf" srcId="{8A5C2722-D473-447A-BDF6-7C864E9B6940}" destId="{F683E68B-D5A0-4A16-9FFF-67FBD0832A63}" srcOrd="0" destOrd="0" presId="urn:microsoft.com/office/officeart/2005/8/layout/hierarchy3"/>
    <dgm:cxn modelId="{224ED967-BDF2-4842-AB8F-960DF2372D1C}" type="presParOf" srcId="{F683E68B-D5A0-4A16-9FFF-67FBD0832A63}" destId="{F6C9697A-0392-4496-A313-89A9DEC32A58}" srcOrd="0" destOrd="0" presId="urn:microsoft.com/office/officeart/2005/8/layout/hierarchy3"/>
    <dgm:cxn modelId="{CB2E9E62-A9DF-4E48-A103-5DA94545EC33}" type="presParOf" srcId="{F683E68B-D5A0-4A16-9FFF-67FBD0832A63}" destId="{6E372A2E-4FB7-43A6-9C6A-BAAEE4618A6E}" srcOrd="1" destOrd="0" presId="urn:microsoft.com/office/officeart/2005/8/layout/hierarchy3"/>
    <dgm:cxn modelId="{5B6C0E6F-DB39-4C04-914A-F007A46B2DAE}" type="presParOf" srcId="{8A5C2722-D473-447A-BDF6-7C864E9B6940}" destId="{42567DEF-8121-4EA7-9290-7E0F6B95CAF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5D9DF-8289-45B2-B475-B9923BCAC5CD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333AD-3330-4194-A1F8-996B86B2A45D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86862-9ABB-40C2-B20C-E5B42DEB9F01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Manual visual estimation is slow and subjective </a:t>
          </a:r>
          <a:endParaRPr lang="en-US" sz="2800" kern="1200"/>
        </a:p>
      </dsp:txBody>
      <dsp:txXfrm>
        <a:off x="1834517" y="469890"/>
        <a:ext cx="3148942" cy="1335915"/>
      </dsp:txXfrm>
    </dsp:sp>
    <dsp:sp modelId="{5B1F19BB-7E4E-4883-BF37-DA4AE871756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AD1B6-15A5-4C83-8353-0DCA3C6AA438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84DD2-73BA-4F91-8963-1419D303E5C0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Cognitive Bias and perceptual variability can cause inconsistency </a:t>
          </a:r>
          <a:endParaRPr lang="en-US" sz="2800" kern="1200"/>
        </a:p>
      </dsp:txBody>
      <dsp:txXfrm>
        <a:off x="7154322" y="469890"/>
        <a:ext cx="3148942" cy="1335915"/>
      </dsp:txXfrm>
    </dsp:sp>
    <dsp:sp modelId="{3DDED551-FA32-474B-ABF8-B6EC467BB610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16676-F0F9-4C65-AD33-89CD039ECB15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E0658-DFC5-4021-8DCD-01616A6D842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Detailed mapping can take hours per sample</a:t>
          </a:r>
          <a:endParaRPr lang="en-US" sz="2800" kern="1200"/>
        </a:p>
      </dsp:txBody>
      <dsp:txXfrm>
        <a:off x="1834517" y="2545532"/>
        <a:ext cx="3148942" cy="1335915"/>
      </dsp:txXfrm>
    </dsp:sp>
    <dsp:sp modelId="{A956E60D-A840-4805-BD59-DEDDC5443F08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CD4CB-A74C-48E7-876A-991C651A6A40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54507-B287-4485-89C5-F78F34A9F072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Outcomes depend on examiner experience</a:t>
          </a:r>
          <a:endParaRPr lang="en-US" sz="2800" kern="120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809C8-913C-4945-805F-3ED782A2F85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586D8-22E6-47B6-80CB-B7F9A8D23F0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78058-1FA4-40E5-9362-5A1C657B62EE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Identifying the impact time seprating fast ballistic hits and slow blunt force</a:t>
          </a:r>
          <a:endParaRPr lang="en-US" sz="2800" kern="1200"/>
        </a:p>
      </dsp:txBody>
      <dsp:txXfrm>
        <a:off x="1435590" y="531"/>
        <a:ext cx="9080009" cy="1242935"/>
      </dsp:txXfrm>
    </dsp:sp>
    <dsp:sp modelId="{85B1B572-4DF6-4179-B61A-0581B06DBBB2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D83A3-C3DF-4D3A-AD71-107F7C2F68BE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F281F-0768-473A-8424-4B50792CEEE9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Mathematically finding the exact point of impact without touching the glass</a:t>
          </a:r>
          <a:endParaRPr lang="en-US" sz="2800" kern="1200"/>
        </a:p>
      </dsp:txBody>
      <dsp:txXfrm>
        <a:off x="1435590" y="1554201"/>
        <a:ext cx="9080009" cy="1242935"/>
      </dsp:txXfrm>
    </dsp:sp>
    <dsp:sp modelId="{53FB6C8E-8092-40F2-BF5D-CBDBF86096E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80F1A-5D1D-46E1-A061-9E992A7BEC7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89801-C1C3-4A97-9653-100C54E60046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Reduce processing time by 95 % while keeping measurements pixel accurate</a:t>
          </a:r>
          <a:endParaRPr lang="en-US" sz="2800" kern="120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05243-C65C-4A5D-A7CD-30BAA7125A11}">
      <dsp:nvSpPr>
        <dsp:cNvPr id="0" name=""/>
        <dsp:cNvSpPr/>
      </dsp:nvSpPr>
      <dsp:spPr>
        <a:xfrm>
          <a:off x="599" y="1394264"/>
          <a:ext cx="2360061" cy="1087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Preprocessing</a:t>
          </a:r>
          <a:endParaRPr lang="en-US" sz="2800" kern="1200"/>
        </a:p>
      </dsp:txBody>
      <dsp:txXfrm>
        <a:off x="32443" y="1426108"/>
        <a:ext cx="2296373" cy="1023557"/>
      </dsp:txXfrm>
    </dsp:sp>
    <dsp:sp modelId="{ADF384E1-3886-456E-8974-7253A781C83F}">
      <dsp:nvSpPr>
        <dsp:cNvPr id="0" name=""/>
        <dsp:cNvSpPr/>
      </dsp:nvSpPr>
      <dsp:spPr>
        <a:xfrm>
          <a:off x="2950904" y="1392742"/>
          <a:ext cx="2174490" cy="1087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Feature Extraction </a:t>
          </a:r>
          <a:endParaRPr lang="en-US" sz="2800" kern="1200"/>
        </a:p>
      </dsp:txBody>
      <dsp:txXfrm>
        <a:off x="2982748" y="1424586"/>
        <a:ext cx="2110802" cy="1023557"/>
      </dsp:txXfrm>
    </dsp:sp>
    <dsp:sp modelId="{33488063-0D11-446D-811F-119A6B567A26}">
      <dsp:nvSpPr>
        <dsp:cNvPr id="0" name=""/>
        <dsp:cNvSpPr/>
      </dsp:nvSpPr>
      <dsp:spPr>
        <a:xfrm>
          <a:off x="5622396" y="1394264"/>
          <a:ext cx="2174490" cy="1087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Inference </a:t>
          </a:r>
          <a:endParaRPr lang="en-US" sz="2800" kern="1200"/>
        </a:p>
      </dsp:txBody>
      <dsp:txXfrm>
        <a:off x="5654240" y="1426108"/>
        <a:ext cx="2110802" cy="1023557"/>
      </dsp:txXfrm>
    </dsp:sp>
    <dsp:sp modelId="{F6C9697A-0392-4496-A313-89A9DEC32A58}">
      <dsp:nvSpPr>
        <dsp:cNvPr id="0" name=""/>
        <dsp:cNvSpPr/>
      </dsp:nvSpPr>
      <dsp:spPr>
        <a:xfrm>
          <a:off x="8340509" y="1394264"/>
          <a:ext cx="2174490" cy="1087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Localization</a:t>
          </a:r>
          <a:endParaRPr lang="en-US" sz="2800" kern="1200"/>
        </a:p>
      </dsp:txBody>
      <dsp:txXfrm>
        <a:off x="8372353" y="1426108"/>
        <a:ext cx="2110802" cy="1023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50F0-8522-2BB3-B7CC-F5010A86C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EA587-C915-5BD1-3D61-826D5C585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0E034-D2BD-E0EF-752C-70F1AF9A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699F1-D0C5-7D95-F204-8D1AD6B0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91690-680E-38AE-DBF6-2A9D92A8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C49B-FB41-757D-C5B8-2FB0CBD9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3E87-0BCC-C515-E6C0-928FB564C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35A09-3C5B-F4C1-EE8F-BB3E364A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73700-83DA-3D45-64E8-9C8CA533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74D7-3BB4-B07F-346D-1320149D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2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1A7C-26D6-C950-B0E0-5A0C54E3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BB728-6C36-C90E-10EA-B9AEA3D79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D8FA8-5046-3CF1-0CCB-6077F084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C1E85-D542-BD05-BAA9-21F870FD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3A2D-DC8B-6CB1-0436-F89B394F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EEDB-C1C6-00E8-1891-4F87B353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393FD-C2DA-1286-FE9E-27648579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1AC44-418A-7F59-7BC2-E8DE00E40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59AE-8C5D-7DDF-AFDA-71531EEF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2F1F4-8993-0D06-C81D-536E78E5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04A60-0158-1B4D-6A60-25586610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C5F1-9129-1C18-F07B-FD74A3E5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55BA-90AF-F5D2-78E6-DBC29896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39565-3493-63A6-FC75-600A288D7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8FA13-C23A-68E4-A799-E8EF47501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9312E-C815-B323-401D-F5C113F95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C61C3-9F9A-6F93-4B25-4052C64D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082E2-A65C-B39F-A52B-F759B600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094B1-F690-F205-0C0A-1828C15C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4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5209-49C9-A1C7-5619-153D663E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94C5C-E2AA-BB71-5433-6F1B7753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F5B84-B411-5315-CD23-C0B9D50A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AE050-6C1A-3E87-F471-FF70B534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7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916E9-8A2C-6423-692B-89F55608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C97C8-AD75-1D3A-A5D9-316F7AA6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49A89-9554-E21F-D07A-B192A333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7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9F3D-67B5-5720-02EB-89DE85A0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CCD71-4AF9-2B94-303D-14996518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7DD13-2736-C77E-CECD-36B6629FD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64C30-E31A-438C-2D5B-4F20DF3A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F2FD1-330B-2E61-4EA5-BD721CBC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5563-9FE0-CEDD-C7D8-1787E5C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9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0F95-2F02-8581-0103-3D650EB1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22AA8-5C55-5152-2DBF-81650B604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2DA55-266C-368D-42A0-7872BF31F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91616-669D-1FEC-1892-F41EBEDB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5169B-058F-8CAE-4D7A-24AD61D4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61CBB-6961-D1A0-F930-871C0181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8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FAD2-59DD-FDDA-F490-9DA86976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91460-9052-D789-8EFA-DE6CCD373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1F512-5CB9-8B9E-3792-BD804F5D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00A76-2650-5FEF-7B62-CFEE8379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269C1-1A59-A7F7-E267-40DF1B81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7EF29-4ABE-F00C-68AB-D7B62F9F8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36E6-CA26-140F-A541-C403F17DC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367D3-2C44-AB19-5FA6-517EADA2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E564-12DE-3364-85DB-273D368F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3DF03-AEE9-7D85-A25A-7067F476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0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30D54-C44F-9BA4-5339-E38AB334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C284A-9F67-9EBC-BAFC-A375FC893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047AB-DCF9-B63E-A98E-91816A15C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28AF2-427B-4C60-9CAB-C47FD82C371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CDE4-50F6-B5D3-FBCA-C845CF6F1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D8AE-E5B0-B171-B79B-01AF502AA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9628A-669A-4426-93C0-13A9E1E2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9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1F19-03F8-9EF8-353C-E14FE9F17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200"/>
              <a:t>Fracture Vision</a:t>
            </a:r>
            <a:br>
              <a:rPr lang="en-GB" sz="5200"/>
            </a:br>
            <a:r>
              <a:rPr lang="en-GB" sz="5200"/>
              <a:t>Automated Forensic Glass Fracture Analysis</a:t>
            </a:r>
            <a:endParaRPr lang="en-US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7778F-5522-E3CE-5029-12B200036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2753"/>
            <a:ext cx="9144000" cy="2097741"/>
          </a:xfrm>
        </p:spPr>
        <p:txBody>
          <a:bodyPr>
            <a:noAutofit/>
          </a:bodyPr>
          <a:lstStyle/>
          <a:p>
            <a:r>
              <a:rPr lang="en-GB" sz="2800" b="1"/>
              <a:t>Group Members:</a:t>
            </a:r>
          </a:p>
          <a:p>
            <a:r>
              <a:rPr lang="en-GB" sz="2800"/>
              <a:t>Amina Saif</a:t>
            </a:r>
          </a:p>
          <a:p>
            <a:r>
              <a:rPr lang="en-GB" sz="2800"/>
              <a:t>Laiba Maqbool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4878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568B-5ECF-406A-01F6-78A83DE8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Manual Analysis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6B95D1-5145-AF16-1C04-7EB4BB6F28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5047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55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F4F0-7CBD-9333-D47A-597C7C7A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EEA5CCA-1C9B-E3AE-83FE-3B83CC05D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7591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373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6D37-E5FF-4D3C-2CBE-F6F53E0A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Methodolgy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69164-EDF3-4AB0-D3BC-A972EA208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160658"/>
              </p:ext>
            </p:extLst>
          </p:nvPr>
        </p:nvGraphicFramePr>
        <p:xfrm>
          <a:off x="838200" y="1418897"/>
          <a:ext cx="10515600" cy="3875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81BB5AA1-1E7B-14E8-CD8E-76F81374AE06}"/>
              </a:ext>
            </a:extLst>
          </p:cNvPr>
          <p:cNvSpPr/>
          <p:nvPr/>
        </p:nvSpPr>
        <p:spPr>
          <a:xfrm>
            <a:off x="3361402" y="3229896"/>
            <a:ext cx="427703" cy="294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3B2813-1D6B-218E-758E-015A875C4942}"/>
              </a:ext>
            </a:extLst>
          </p:cNvPr>
          <p:cNvSpPr/>
          <p:nvPr/>
        </p:nvSpPr>
        <p:spPr>
          <a:xfrm>
            <a:off x="6019800" y="3209300"/>
            <a:ext cx="427703" cy="294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209FFC-050D-E695-CBF4-CD30646F3C6F}"/>
              </a:ext>
            </a:extLst>
          </p:cNvPr>
          <p:cNvSpPr/>
          <p:nvPr/>
        </p:nvSpPr>
        <p:spPr>
          <a:xfrm>
            <a:off x="8756853" y="3229896"/>
            <a:ext cx="427703" cy="294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8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216C-B86E-000C-6C4D-430064E8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Preprocessing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E1692-C3C9-5011-4673-D52F9CB16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Gray scale conversion and guassian blur is used to wipe out random camera noise</a:t>
            </a:r>
          </a:p>
          <a:p>
            <a:r>
              <a:rPr lang="en-GB"/>
              <a:t>Canny edge detection to trace and lock sharp crack edges</a:t>
            </a:r>
          </a:p>
          <a:p>
            <a:r>
              <a:rPr lang="en-GB"/>
              <a:t>Thickens the lines to reconnect any gaps caused by bright light reflections</a:t>
            </a:r>
          </a:p>
          <a:p>
            <a:r>
              <a:rPr lang="en-GB"/>
              <a:t>Thins the whole network of cracks into ultra precise one pixel wide lines for 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F4FA-8D2D-457D-B7E9-65E9A817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ResNet-50 Backbone and Training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BEE91-9EE2-E456-6EA7-74D44561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ResNet 50 is used to capture multi scale texture and line features while avoiding overfitting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A3B504-4F7B-49AB-3F3B-D6168880F444}"/>
              </a:ext>
            </a:extLst>
          </p:cNvPr>
          <p:cNvSpPr/>
          <p:nvPr/>
        </p:nvSpPr>
        <p:spPr>
          <a:xfrm>
            <a:off x="838201" y="2831690"/>
            <a:ext cx="5134896" cy="2964426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/>
              <a:t>Traning Phase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GB" sz="2400"/>
              <a:t>System Completes head warmup phase for 12 epochs while keeping backbone frozen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GB" sz="2400"/>
              <a:t>Code unfreezes the top 60 layers to fine tune the model with low learning rate</a:t>
            </a:r>
            <a:endParaRPr lang="en-US" sz="2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04A97C-FB9B-1744-F8C5-336954E8CF9E}"/>
              </a:ext>
            </a:extLst>
          </p:cNvPr>
          <p:cNvSpPr/>
          <p:nvPr/>
        </p:nvSpPr>
        <p:spPr>
          <a:xfrm>
            <a:off x="6327057" y="2831690"/>
            <a:ext cx="5026742" cy="306766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Architecture Head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400"/>
              <a:t>GAP → Dense(512) → Dense(256) → Softmax(2)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400"/>
              <a:t>Regularisation methods like dropout and L2 are used on dense layers to stop overfitting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6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3D54-4046-7088-916B-F1568624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POI Localization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6FFF7-BA36-2921-E074-A24E56A1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uses a probabilistic tool to spot and extract individual radial crack</a:t>
            </a:r>
          </a:p>
          <a:p>
            <a:r>
              <a:rPr lang="en-US"/>
              <a:t>Converts those detected line segments into standard parametric equations</a:t>
            </a:r>
          </a:p>
          <a:p>
            <a:r>
              <a:rPr lang="en-US"/>
              <a:t>Mathematical least squares formula runs to find the exact point where all the lines crash together</a:t>
            </a:r>
          </a:p>
          <a:p>
            <a:r>
              <a:rPr lang="en-US"/>
              <a:t>System maps out a forensic confidence zone that shows a scatter plot of any uncertainty</a:t>
            </a:r>
          </a:p>
        </p:txBody>
      </p:sp>
    </p:spTree>
    <p:extLst>
      <p:ext uri="{BB962C8B-B14F-4D97-AF65-F5344CB8AC3E}">
        <p14:creationId xmlns:p14="http://schemas.microsoft.com/office/powerpoint/2010/main" val="204827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69B4-9752-3DBD-92D6-DD8D694C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Dataset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65AB-D9D3-E218-81E4-EB6DBE711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Total: </a:t>
            </a:r>
            <a:r>
              <a:rPr lang="en-GB"/>
              <a:t>205 images for controlled variety</a:t>
            </a:r>
            <a:r>
              <a:rPr lang="en-US"/>
              <a:t> (impact angle, lighting, glass thickness)</a:t>
            </a:r>
          </a:p>
          <a:p>
            <a:r>
              <a:rPr lang="en-US" b="1"/>
              <a:t>Training: </a:t>
            </a:r>
            <a:r>
              <a:rPr lang="en-US"/>
              <a:t>156 images (77 hv / 79 lv) </a:t>
            </a:r>
          </a:p>
          <a:p>
            <a:r>
              <a:rPr lang="en-US" b="1"/>
              <a:t>Validation: </a:t>
            </a:r>
            <a:r>
              <a:rPr lang="en-US"/>
              <a:t>15 images (7 hv / 8 lv) </a:t>
            </a:r>
          </a:p>
          <a:p>
            <a:r>
              <a:rPr lang="en-US" b="1"/>
              <a:t>Test: </a:t>
            </a:r>
            <a:r>
              <a:rPr lang="en-US"/>
              <a:t>34 images (17 hv / 17 lv)</a:t>
            </a:r>
          </a:p>
        </p:txBody>
      </p:sp>
    </p:spTree>
    <p:extLst>
      <p:ext uri="{BB962C8B-B14F-4D97-AF65-F5344CB8AC3E}">
        <p14:creationId xmlns:p14="http://schemas.microsoft.com/office/powerpoint/2010/main" val="411084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5AED-BDFE-771D-7172-E7668D5C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Confusion Matrix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B36D8-B58B-BEFF-0BA8-161A00110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1504335"/>
            <a:ext cx="11503742" cy="498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1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5D45-9D92-3E27-48E6-1893D1F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Training Curves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6E7A7-FC09-361E-E569-B7A5E8A27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9" y="1559859"/>
            <a:ext cx="11592233" cy="493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6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DDF9-0F43-EDE8-9EEC-25F405FF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Experimental Result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CB7C-5BBD-96D6-01EC-801E3CB8B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Overall accuracy:</a:t>
            </a:r>
            <a:r>
              <a:rPr lang="en-GB"/>
              <a:t> 80.8 %</a:t>
            </a:r>
          </a:p>
          <a:p>
            <a:r>
              <a:rPr lang="en-GB" b="1"/>
              <a:t>AUC-ROC: </a:t>
            </a:r>
            <a:r>
              <a:rPr lang="en-GB"/>
              <a:t>0.923 high discriminative power</a:t>
            </a:r>
          </a:p>
          <a:p>
            <a:r>
              <a:rPr lang="en-GB" b="1"/>
              <a:t>Low Velocity: </a:t>
            </a:r>
            <a:r>
              <a:rPr lang="en-GB"/>
              <a:t>92.3 % realiable at filtering non ballistic breaks</a:t>
            </a:r>
          </a:p>
          <a:p>
            <a:r>
              <a:rPr lang="en-GB" b="1"/>
              <a:t>High Velocity: </a:t>
            </a:r>
            <a:r>
              <a:rPr lang="en-GB"/>
              <a:t>90 % conservative and forensic safe detections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1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0EBAD-6140-659A-869F-66A150AD0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6413"/>
            <a:ext cx="10515600" cy="5380550"/>
          </a:xfrm>
        </p:spPr>
        <p:txBody>
          <a:bodyPr/>
          <a:lstStyle/>
          <a:p>
            <a:pPr marL="0" indent="0" algn="ctr">
              <a:buNone/>
            </a:pPr>
            <a:endParaRPr lang="en-GB"/>
          </a:p>
          <a:p>
            <a:pPr marL="0" indent="0" algn="ctr">
              <a:buNone/>
            </a:pPr>
            <a:endParaRPr lang="en-GB"/>
          </a:p>
          <a:p>
            <a:pPr marL="0" indent="0" algn="ctr">
              <a:buNone/>
            </a:pPr>
            <a:endParaRPr lang="en-GB"/>
          </a:p>
          <a:p>
            <a:pPr marL="0" indent="0" algn="ctr">
              <a:buNone/>
            </a:pPr>
            <a:endParaRPr lang="en-GB"/>
          </a:p>
          <a:p>
            <a:pPr marL="0" indent="0" algn="ctr">
              <a:buNone/>
            </a:pPr>
            <a:r>
              <a:rPr lang="en-US"/>
              <a:t> </a:t>
            </a:r>
            <a:r>
              <a:rPr lang="en-US" sz="4400"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90461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363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Fracture Vision Automated Forensic Glass Fracture Analysis</vt:lpstr>
      <vt:lpstr>Manual Analysis</vt:lpstr>
      <vt:lpstr>Objectives</vt:lpstr>
      <vt:lpstr>Methodolgy</vt:lpstr>
      <vt:lpstr>Preprocessing</vt:lpstr>
      <vt:lpstr>ResNet-50 Backbone and Training</vt:lpstr>
      <vt:lpstr>POI Localization</vt:lpstr>
      <vt:lpstr>Dataset</vt:lpstr>
      <vt:lpstr>Confusion Matrix</vt:lpstr>
      <vt:lpstr>Training Curves</vt:lpstr>
      <vt:lpstr>Experimental Result </vt:lpstr>
      <vt:lpstr>PowerPoint Presentation</vt:lpstr>
    </vt:vector>
  </TitlesOfParts>
  <Company>Weatherford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Amina Saif</dc:creator>
  <cp:lastModifiedBy>Amina Saif</cp:lastModifiedBy>
  <cp:revision>2</cp:revision>
  <dcterms:created xsi:type="dcterms:W3CDTF">2026-06-03T16:37:39Z</dcterms:created>
  <dcterms:modified xsi:type="dcterms:W3CDTF">2026-06-11T08:27:15Z</dcterms:modified>
</cp:coreProperties>
</file>